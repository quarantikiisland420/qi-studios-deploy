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50D">
              <a:alpha val="65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06240" y="0"/>
            <a:ext cx="4937760" cy="5143500"/>
          </a:xfrm>
          <a:prstGeom prst="rect">
            <a:avLst/>
          </a:prstGeom>
          <a:solidFill>
            <a:srgbClr val="06150D">
              <a:alpha val="82000"/>
            </a:srgbClr>
          </a:solidFill>
          <a:ln/>
        </p:spPr>
      </p:sp>
      <p:sp>
        <p:nvSpPr>
          <p:cNvPr id="6" name="Text 2"/>
          <p:cNvSpPr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1B7E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QI STUDIOS  ·  A TETRA WORLD CONCEPT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0" y="54864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OF
</a:t>
            </a:r>
            <a:pPr indent="0" marL="0">
              <a:buNone/>
            </a:pPr>
            <a:r>
              <a:rPr lang="en-US" sz="3000" b="1" dirty="0">
                <a:solidFill>
                  <a:srgbClr val="6EC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
</a:t>
            </a:r>
            <a:pPr indent="0" marL="0">
              <a:buNone/>
            </a:pPr>
            <a:r>
              <a:rPr lang="en-US" sz="3000" b="1" dirty="0">
                <a:solidFill>
                  <a:srgbClr val="F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GOT US HERE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457200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demo concept for TETRA by Corewood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0" y="2999232"/>
            <a:ext cx="1965960" cy="713232"/>
          </a:xfrm>
          <a:prstGeom prst="rect">
            <a:avLst/>
          </a:prstGeom>
          <a:solidFill>
            <a:srgbClr val="0B1F14"/>
          </a:solidFill>
          <a:ln w="12700">
            <a:solidFill>
              <a:srgbClr val="6EC5E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0" y="2999232"/>
            <a:ext cx="36576" cy="713232"/>
          </a:xfrm>
          <a:prstGeom prst="rect">
            <a:avLst/>
          </a:prstGeom>
          <a:solidFill>
            <a:srgbClr val="6EC5E9"/>
          </a:solidFill>
          <a:ln/>
        </p:spPr>
      </p:sp>
      <p:sp>
        <p:nvSpPr>
          <p:cNvPr id="11" name="Text 7"/>
          <p:cNvSpPr/>
          <p:nvPr/>
        </p:nvSpPr>
        <p:spPr>
          <a:xfrm>
            <a:off x="4681728" y="30449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C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 MB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681728" y="34198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 VS 710MB NEO4J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6720840" y="2999232"/>
            <a:ext cx="1965960" cy="713232"/>
          </a:xfrm>
          <a:prstGeom prst="rect">
            <a:avLst/>
          </a:prstGeom>
          <a:solidFill>
            <a:srgbClr val="0B1F14"/>
          </a:solidFill>
          <a:ln w="12700">
            <a:solidFill>
              <a:srgbClr val="6EC5E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20840" y="2999232"/>
            <a:ext cx="36576" cy="713232"/>
          </a:xfrm>
          <a:prstGeom prst="rect">
            <a:avLst/>
          </a:prstGeom>
          <a:solidFill>
            <a:srgbClr val="6EC5E9"/>
          </a:solidFill>
          <a:ln/>
        </p:spPr>
      </p:sp>
      <p:sp>
        <p:nvSpPr>
          <p:cNvPr id="15" name="Text 11"/>
          <p:cNvSpPr/>
          <p:nvPr/>
        </p:nvSpPr>
        <p:spPr>
          <a:xfrm>
            <a:off x="6830568" y="30449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C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299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830568" y="34198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MONTHLY, NO PER-GB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572000" y="3822192"/>
            <a:ext cx="1965960" cy="713232"/>
          </a:xfrm>
          <a:prstGeom prst="rect">
            <a:avLst/>
          </a:prstGeom>
          <a:solidFill>
            <a:srgbClr val="0B1F14"/>
          </a:solidFill>
          <a:ln w="12700">
            <a:solidFill>
              <a:srgbClr val="4A8F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572000" y="3822192"/>
            <a:ext cx="36576" cy="713232"/>
          </a:xfrm>
          <a:prstGeom prst="rect">
            <a:avLst/>
          </a:prstGeom>
          <a:solidFill>
            <a:srgbClr val="4A8F63"/>
          </a:solidFill>
          <a:ln/>
        </p:spPr>
      </p:sp>
      <p:sp>
        <p:nvSpPr>
          <p:cNvPr id="19" name="Text 15"/>
          <p:cNvSpPr/>
          <p:nvPr/>
        </p:nvSpPr>
        <p:spPr>
          <a:xfrm>
            <a:off x="4681728" y="38679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8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14/14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681728" y="4242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LDBC IC QUERIES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6720840" y="3822192"/>
            <a:ext cx="1965960" cy="713232"/>
          </a:xfrm>
          <a:prstGeom prst="rect">
            <a:avLst/>
          </a:prstGeom>
          <a:solidFill>
            <a:srgbClr val="0B1F14"/>
          </a:solidFill>
          <a:ln w="12700">
            <a:solidFill>
              <a:srgbClr val="6EC5E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0840" y="3822192"/>
            <a:ext cx="36576" cy="713232"/>
          </a:xfrm>
          <a:prstGeom prst="rect">
            <a:avLst/>
          </a:prstGeom>
          <a:solidFill>
            <a:srgbClr val="6EC5E9"/>
          </a:solidFill>
          <a:ln/>
        </p:spPr>
      </p:sp>
      <p:sp>
        <p:nvSpPr>
          <p:cNvPr id="23" name="Text 19"/>
          <p:cNvSpPr/>
          <p:nvPr/>
        </p:nvSpPr>
        <p:spPr>
          <a:xfrm>
            <a:off x="6830568" y="38679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C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830568" y="42428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00" kern="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OPENCYPHER TCK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1F14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TETRA  BY COREWOOD  tetra.corewood.io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132320" y="48874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7E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 WITH TETRA.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50D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EC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TETRA IS  ·  IN PLAIN LANGUAGE</a:t>
            </a:r>
            <a:endParaRPr lang="en-US" sz="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48640"/>
            <a:ext cx="3383280" cy="225856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886200" y="548640"/>
            <a:ext cx="4983480" cy="1207008"/>
          </a:xfrm>
          <a:prstGeom prst="rect">
            <a:avLst/>
          </a:prstGeom>
          <a:solidFill>
            <a:srgbClr val="0C3547"/>
          </a:solidFill>
          <a:ln w="12700">
            <a:solidFill>
              <a:srgbClr val="1B7EB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3886200" y="548640"/>
            <a:ext cx="4983480" cy="36576"/>
          </a:xfrm>
          <a:prstGeom prst="rect">
            <a:avLst/>
          </a:prstGeom>
          <a:solidFill>
            <a:srgbClr val="1B7EB0"/>
          </a:solidFill>
          <a:ln/>
        </p:spPr>
      </p:sp>
      <p:sp>
        <p:nvSpPr>
          <p:cNvPr id="8" name="Text 4"/>
          <p:cNvSpPr/>
          <p:nvPr/>
        </p:nvSpPr>
        <p:spPr>
          <a:xfrm>
            <a:off x="4023360" y="640080"/>
            <a:ext cx="47091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took machine learning,
</a:t>
            </a:r>
            <a:pPr indent="0" marL="0">
              <a:buNone/>
            </a:pPr>
            <a:r>
              <a:rPr lang="en-US" sz="1800" b="1" i="1" dirty="0">
                <a:solidFill>
                  <a:srgbClr val="6EC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reversed it, </a:t>
            </a:r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built a database.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886200" y="1874520"/>
            <a:ext cx="4983480" cy="932688"/>
          </a:xfrm>
          <a:prstGeom prst="rect">
            <a:avLst/>
          </a:prstGeom>
          <a:solidFill>
            <a:srgbClr val="0B1F14"/>
          </a:solidFill>
          <a:ln w="12700">
            <a:solidFill>
              <a:srgbClr val="122B1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23360" y="1901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6EC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 ·  ARCADE PRICING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023360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C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4023360" y="23042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023360" y="257860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1K CR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5230368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C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ONE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5230368" y="23042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49/mo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230368" y="257860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25K CR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437376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AF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6437376" y="23042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299/mo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437376" y="257860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 CR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7644384" y="21214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C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7644384" y="23042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1,500/mo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7644384" y="257860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50M CR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457200" y="2944368"/>
            <a:ext cx="2651760" cy="1901952"/>
          </a:xfrm>
          <a:prstGeom prst="rect">
            <a:avLst/>
          </a:prstGeom>
          <a:solidFill>
            <a:srgbClr val="0B1F14"/>
          </a:solidFill>
          <a:ln w="12700">
            <a:solidFill>
              <a:srgbClr val="122B1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57200" y="2944368"/>
            <a:ext cx="2651760" cy="36576"/>
          </a:xfrm>
          <a:prstGeom prst="rect">
            <a:avLst/>
          </a:prstGeom>
          <a:solidFill>
            <a:srgbClr val="6EC5E9"/>
          </a:solidFill>
          <a:ln/>
        </p:spPr>
      </p:sp>
      <p:sp>
        <p:nvSpPr>
          <p:cNvPr id="25" name="Text 21"/>
          <p:cNvSpPr/>
          <p:nvPr/>
        </p:nvSpPr>
        <p:spPr>
          <a:xfrm>
            <a:off x="59436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C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seconds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94360" y="3346704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is already connected. TETRA stores it that way — as pure math, not a spreadsheet. Smaller. Faster. Cheaper.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3337560" y="2944368"/>
            <a:ext cx="2651760" cy="1901952"/>
          </a:xfrm>
          <a:prstGeom prst="rect">
            <a:avLst/>
          </a:prstGeom>
          <a:solidFill>
            <a:srgbClr val="0B1F14"/>
          </a:solidFill>
          <a:ln w="12700">
            <a:solidFill>
              <a:srgbClr val="122B1C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337560" y="2944368"/>
            <a:ext cx="2651760" cy="36576"/>
          </a:xfrm>
          <a:prstGeom prst="rect">
            <a:avLst/>
          </a:prstGeom>
          <a:solidFill>
            <a:srgbClr val="6EC5E9"/>
          </a:solidFill>
          <a:ln/>
        </p:spPr>
      </p:sp>
      <p:sp>
        <p:nvSpPr>
          <p:cNvPr id="29" name="Text 25"/>
          <p:cNvSpPr/>
          <p:nvPr/>
        </p:nvSpPr>
        <p:spPr>
          <a:xfrm>
            <a:off x="347472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C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developers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3474720" y="3346704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JOIN you write pays a 50-year-old tax on a bad assumption. TETRA eliminates the assumption.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217920" y="2944368"/>
            <a:ext cx="2651760" cy="1901952"/>
          </a:xfrm>
          <a:prstGeom prst="rect">
            <a:avLst/>
          </a:prstGeom>
          <a:solidFill>
            <a:srgbClr val="0B1F14"/>
          </a:solidFill>
          <a:ln w="12700">
            <a:solidFill>
              <a:srgbClr val="122B1C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217920" y="2944368"/>
            <a:ext cx="2651760" cy="36576"/>
          </a:xfrm>
          <a:prstGeom prst="rect">
            <a:avLst/>
          </a:prstGeom>
          <a:solidFill>
            <a:srgbClr val="4A8F63"/>
          </a:solidFill>
          <a:ln/>
        </p:spPr>
      </p:sp>
      <p:sp>
        <p:nvSpPr>
          <p:cNvPr id="33" name="Text 29"/>
          <p:cNvSpPr/>
          <p:nvPr/>
        </p:nvSpPr>
        <p:spPr>
          <a:xfrm>
            <a:off x="6355080" y="3035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8F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 builders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6355080" y="3346704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C4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databases find similar things. TETRA finds connected things. That is why GraphRAG is 3.4x more accurate.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B1F14"/>
          </a:solidFill>
          <a:ln/>
        </p:spPr>
      </p:sp>
      <p:sp>
        <p:nvSpPr>
          <p:cNvPr id="36" name="Text 32"/>
          <p:cNvSpPr/>
          <p:nvPr/>
        </p:nvSpPr>
        <p:spPr>
          <a:xfrm>
            <a:off x="457200" y="48874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C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Backup: cp   Restore: cp   Replicate: rsync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5029200" y="48874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math is old. The application is new.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2026-05-25T23:34:16Z</dcterms:created>
  <dcterms:modified xsi:type="dcterms:W3CDTF">2026-05-25T23:34:16Z</dcterms:modified>
</cp:coreProperties>
</file>